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Features 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Edition — Full Figma Extraction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features  ·  62 gaps  ·  14 differentiators  ·  2.27M design nodes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064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PARITY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50976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0976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Full-depth extraction from 8 Figma design files  ·  Figma REST API  ·  2026-04-21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 Overview — 2.27M Nodes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972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097280"/>
            <a:ext cx="6400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0972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Layers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137160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097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146304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4630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295,977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146304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14630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0624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17,638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46304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4630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18288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291,291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66160" y="182880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1828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39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38,834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28,745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18288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1945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166,739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66160" y="219456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21945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0624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32,527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30,717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219456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219456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25603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6888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406,991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566160" y="256032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39312" y="256032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20624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939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73,645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7667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62,116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00800" y="256032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73952" y="25603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292608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29260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46888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4203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240,353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566160" y="292608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39312" y="29260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20624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7939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28,785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30352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7667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32,124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73952" y="29260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0352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46888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4203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427,474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566160" y="329184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39312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20624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7939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33,706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30352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7667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30,785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00800" y="329184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73952" y="32918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0352" y="3657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46888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4203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230,352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566160" y="365760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39312" y="36576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20624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7939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14,758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30352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37667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18,812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00800" y="365760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73952" y="36576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57200" y="402336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0352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46888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54203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210,397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566160" y="402336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39312" y="40233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20624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7939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26,253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30352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7667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25,322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400800" y="402336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73952" y="402336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7724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Complexity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77724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961120" y="1536192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61120" y="1536192"/>
            <a:ext cx="1994944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047504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77240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961120" y="1975104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961120" y="1975104"/>
            <a:ext cx="1963359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1015919" y="19019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291K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772400" y="23408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8961120" y="2414016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961120" y="2414016"/>
            <a:ext cx="1123854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176414" y="2340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77240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961120" y="2852928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961120" y="2852928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795760" y="27797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407K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777240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8961120" y="329184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961120" y="3291840"/>
            <a:ext cx="1620027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672587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240K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77724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961120" y="3730752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961120" y="3730752"/>
            <a:ext cx="2881259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1933819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427K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7772400" y="4096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8961120" y="4169664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961120" y="4169664"/>
            <a:ext cx="1552618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605178" y="4096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230K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7772400" y="45354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961120" y="4608576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61120" y="4608576"/>
            <a:ext cx="1418117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470677" y="45354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57200" y="5212080"/>
            <a:ext cx="11277295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51" name="Shape 149"/>
          <p:cNvSpPr/>
          <p:nvPr/>
        </p:nvSpPr>
        <p:spPr>
          <a:xfrm>
            <a:off x="640080" y="530352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40080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1828800" y="5285232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is the most complex module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(407K nodes, 74K text layers) — followed by Discover (427K nodes). The revamp design effort is heavily concentrated in trading and discovery experiences.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pages discovered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OnBoarding alone: Fast Onboarding, Guest Mode, Tutorials, and First Engagement — none of which were in the original features inventory.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8 files · 2026-04-21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Parity — All 8 Modules at Full Coverage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1188720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43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432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Figma files contain Mobile, Web, and Tablet designs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unreleased revamp is designed as a fully responsive platform from day one. This is a significant finding — the previous assumption was that tablet coverage was incomplete.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286000" cy="457200"/>
          </a:xfrm>
          <a:prstGeom prst="rect">
            <a:avLst/>
          </a:prstGeom>
          <a:solidFill>
            <a:srgbClr val="0A1F4D"/>
          </a:solidFill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371600" cy="457200"/>
          </a:xfrm>
          <a:prstGeom prst="rect">
            <a:avLst/>
          </a:prstGeom>
          <a:solidFill>
            <a:srgbClr val="002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2560320"/>
            <a:ext cx="1371600" cy="45720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1097280" cy="457200"/>
          </a:xfrm>
          <a:prstGeom prst="rect">
            <a:avLst/>
          </a:prstGeom>
          <a:solidFill>
            <a:srgbClr val="0A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858000" y="3017520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017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58000" y="3401568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401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785616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85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48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864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58000" y="3785616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37856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169664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169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61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177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4864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93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893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58000" y="4169664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0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4553712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4553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461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1148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177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177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4864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893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893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858000" y="4553712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0" y="4553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4937760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7432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461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461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1148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77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177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4864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893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893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858000" y="4937760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0" y="4937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57200" y="5321808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5321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461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461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1148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177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177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4864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893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893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858000" y="5321808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58000" y="5321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57200" y="5705856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57058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7432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61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461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1148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177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177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54864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893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893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6858000" y="5705856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58000" y="5705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229600" y="2560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841248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Volume by Platform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5039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850392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334,500 frames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8503920" y="361188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03920" y="3611880"/>
            <a:ext cx="2826593" cy="146304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50392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850392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5,150 frames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8503920" y="443484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03920" y="44348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50392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8503920" y="5010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6,568 frames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8503920" y="525780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03920" y="5257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640080" y="5824728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0080" y="58247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1645920" y="57881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 strategy confirmed: 96.6% of design frames are mobile. Web and Tablet layouts reuse mobile components via responsive adaptation rather than separate designs.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Platform frame analysis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FINDINGS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Discovered in Deep 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12471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24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1097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371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 'Stock Screener' found in Market page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1618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#2 (score 25/25) may be closing — design has started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12471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124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43800" y="1097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371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'UAE Market', 'UAE market' in Market; 'UAE Market Stocks' in Orders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1618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3rd market beyond Saudi and US — not in current features inventory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217627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(Web)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2423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with 21 frames + Market Landscape + Benchmark Analysis screens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designed for Web (not just mobile) — more extensive than BRD scope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27648" y="217627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4380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423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with 364 sub-frames — streamlined account opening 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KYC variant not in features inventory — could address 87% drop-off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154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322783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227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8308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StoryTeller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3474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with narrative investment report screens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3721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#76 (Storyteller) has active Figma work — can be moved to 'Ready to Build'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154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7648" y="322783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27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Engagement 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3474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'1st Login Engagement' with 225+ nodes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3721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Post-onboarding activation flow — not in current features inventory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6928" y="427939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83080" y="42519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Theme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'Ramadan' page in Home file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theming capability — engagement opportunity during Ramadan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4206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27648" y="427939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43800" y="42519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Fund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across Home, Market, Orders for Crowd Fund/Crowd Funds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5508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product is being designed across multiple modules — more mature than inventory suggests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66928" y="533095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5330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83080" y="5303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Murabha (Margin) in Discover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" y="5577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 'Murabha' in Discover &amp; Search page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4360" y="5824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lending discoverable from Discover — cross-module navigation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27648" y="533095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5330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43800" y="5303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Attorney (POA)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55080" y="5577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'POA', 'Power of Attorney Request' in Discover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55080" y="5824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flow designed but not in features inventory — needs BRD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text layer extraction · 2026-04-21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Gaps — Status After Deep 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32004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051560"/>
            <a:ext cx="292608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05156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051560"/>
            <a:ext cx="54864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05156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1960" y="1051560"/>
            <a:ext cx="182880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05156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566928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5156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142646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42646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142646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142646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Market Depth / Order Book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142646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42646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51960" y="142646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142646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142646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42646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801368"/>
            <a:ext cx="32004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80136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1801368"/>
            <a:ext cx="292608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180136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03320" y="1801368"/>
            <a:ext cx="54864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8184" y="180136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51960" y="1801368"/>
            <a:ext cx="182880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06824" y="180136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1801368"/>
            <a:ext cx="566928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180136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FIGMA — Market file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176272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2176272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2176272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" y="2176272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Pre/Post-Market Trading (US)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03320" y="2176272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58184" y="2176272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251960" y="2176272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6824" y="2176272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2176272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35624" y="2176272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551176"/>
            <a:ext cx="32004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2551176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2551176"/>
            <a:ext cx="292608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" y="255117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Analysis Suite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03320" y="2551176"/>
            <a:ext cx="54864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58184" y="2551176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51960" y="2551176"/>
            <a:ext cx="182880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06824" y="2551176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2551176"/>
            <a:ext cx="566928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5624" y="2551176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integration exists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2926080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292608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77240" y="2926080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" y="292608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Comparison Tool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03320" y="2926080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58184" y="292608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251960" y="2926080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06824" y="292608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80760" y="2926080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35624" y="292608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330098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330098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77240" y="330098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" y="330098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/ AI Chat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703320" y="330098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58184" y="330098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51960" y="330098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06824" y="330098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0760" y="330098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35624" y="330098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" y="3675888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367588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77240" y="3675888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" y="367588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/ Simulated Mode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703320" y="3675888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58184" y="367588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251960" y="3675888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06824" y="367588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080760" y="3675888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35624" y="367588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4050792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4050792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77240" y="4050792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" y="4050792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Shares (US)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703320" y="4050792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58184" y="4050792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251960" y="4050792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06824" y="4050792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080760" y="4050792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35624" y="4050792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" y="4425696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" y="4425696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77240" y="4425696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2104" y="442569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Community Feed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703320" y="4425696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58184" y="4425696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251960" y="4425696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06824" y="4425696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080760" y="4425696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35624" y="4425696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57200" y="4800600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480060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777240" y="4800600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2104" y="480060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 — Full BRD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703320" y="4800600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758184" y="480060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251960" y="4800600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06824" y="480060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080760" y="4800600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35624" y="480060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screens exist (no BRD)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57200" y="517550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" y="517550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77240" y="517550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2104" y="517550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703320" y="517550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758184" y="517550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4251960" y="517550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306824" y="517550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6080760" y="517550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135624" y="517550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57200" y="5550408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555040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77240" y="5550408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2104" y="555040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/ PE Access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703320" y="5550408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758184" y="555040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4251960" y="5550408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306824" y="555040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080760" y="5550408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135624" y="555040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57200" y="6108192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640080" y="6181344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40080" y="61813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2011680" y="6126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 (Gap #2, score 25/25) found in Market Figma file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design team has already started work on this critical gap. Additionally, Conditional Orders (#10) have Figma screens. 2 of the top 12 gaps show design progress.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+ Figma full-depth text layer scan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20116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5029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515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71800" y="1051560"/>
            <a:ext cx="4572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0515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29000" y="1051560"/>
            <a:ext cx="7772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05156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0" y="1051560"/>
            <a:ext cx="7315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051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0" y="1051560"/>
            <a:ext cx="7315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051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0" y="1051560"/>
            <a:ext cx="5029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10515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72200" y="1051560"/>
            <a:ext cx="55778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05156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435608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14356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143560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143560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71800" y="1435608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14356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1435608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143560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06240" y="143560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14356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143560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14356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143560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24144" y="143560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1435608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1928" y="1536192"/>
            <a:ext cx="102064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02573" y="1536192"/>
            <a:ext cx="2041289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43862" y="1536192"/>
            <a:ext cx="255161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99023" y="1536192"/>
            <a:ext cx="2041289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40312" y="1536192"/>
            <a:ext cx="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1819656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18196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1819656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3744" y="181965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971800" y="1819656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26664" y="181965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1819656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83864" y="1819656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1819656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61104" y="18196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37760" y="1819656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92624" y="18196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669280" y="1819656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181965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72200" y="1819656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81928" y="1920240"/>
            <a:ext cx="86892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50855" y="1920240"/>
            <a:ext cx="144821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95676" y="1920240"/>
            <a:ext cx="2751603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47279" y="1920240"/>
            <a:ext cx="1737854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2203704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" y="220370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468880" y="2203704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23744" y="220370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971800" y="2203704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26664" y="22037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429000" y="2203704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83864" y="2203704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206240" y="2203704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61104" y="220370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937760" y="2203704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92624" y="220370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669280" y="2203704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24144" y="220370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72200" y="2203704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81928" y="2304288"/>
            <a:ext cx="160751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89443" y="2304288"/>
            <a:ext cx="321503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104474" y="2304288"/>
            <a:ext cx="535838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2587752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" y="258775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468880" y="2587752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23744" y="258775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971800" y="2587752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26664" y="25877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429000" y="2587752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83864" y="258775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206240" y="2587752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61104" y="258775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937760" y="2587752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92624" y="258775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669280" y="2587752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24144" y="258775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172200" y="2587752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81928" y="2688336"/>
            <a:ext cx="51032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92250" y="2688336"/>
            <a:ext cx="127580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68056" y="2688336"/>
            <a:ext cx="102064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88701" y="2688336"/>
            <a:ext cx="255161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7200" y="2971800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2064" y="2971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468880" y="2971800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23744" y="297180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2971800" y="2971800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26664" y="29718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429000" y="2971800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83864" y="297180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206240" y="2971800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61104" y="29718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937760" y="2971800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92624" y="29718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669280" y="2971800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24144" y="297180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172200" y="2971800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81928" y="3072384"/>
            <a:ext cx="107167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53605" y="3072384"/>
            <a:ext cx="4286707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7200" y="3355848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12064" y="335584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468880" y="3355848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523744" y="335584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2971800" y="3355848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026664" y="33558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3429000" y="3355848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483864" y="335584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206240" y="3355848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261104" y="335584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4937760" y="3355848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992624" y="335584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669280" y="3355848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724144" y="335584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6172200" y="3355848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81928" y="3456432"/>
            <a:ext cx="48712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69054" y="3456432"/>
            <a:ext cx="1461377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30431" y="3456432"/>
            <a:ext cx="292275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153186" y="3456432"/>
            <a:ext cx="48712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57200" y="3739896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2064" y="373989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468880" y="3739896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523744" y="373989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2971800" y="3739896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026664" y="373989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3429000" y="3739896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483864" y="3739896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4206240" y="3739896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373989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4937760" y="3739896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992624" y="373989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5669280" y="3739896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724144" y="373989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6172200" y="3739896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281928" y="3840480"/>
            <a:ext cx="133959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21524" y="3840480"/>
            <a:ext cx="267919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300716" y="3840480"/>
            <a:ext cx="133959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7200" y="4123944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12064" y="412394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2468880" y="4123944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523744" y="41239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2971800" y="4123944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026664" y="412394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3429000" y="4123944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483864" y="4123944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4206240" y="4123944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261104" y="41239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4937760" y="4123944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992624" y="41239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5669280" y="4123944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724144" y="41239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6172200" y="4123944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281928" y="4224528"/>
            <a:ext cx="153096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812895" y="4224528"/>
            <a:ext cx="765483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8378" y="4224528"/>
            <a:ext cx="229645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874829" y="4224528"/>
            <a:ext cx="76548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640312" y="4224528"/>
            <a:ext cx="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7200" y="4507992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12064" y="45079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2468880" y="4507992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523744" y="450799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79" name="Shape 177"/>
          <p:cNvSpPr/>
          <p:nvPr/>
        </p:nvSpPr>
        <p:spPr>
          <a:xfrm>
            <a:off x="2971800" y="4507992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026664" y="45079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1" name="Shape 179"/>
          <p:cNvSpPr/>
          <p:nvPr/>
        </p:nvSpPr>
        <p:spPr>
          <a:xfrm>
            <a:off x="3429000" y="4507992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483864" y="450799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4206240" y="4507992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261104" y="450799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5" name="Shape 183"/>
          <p:cNvSpPr/>
          <p:nvPr/>
        </p:nvSpPr>
        <p:spPr>
          <a:xfrm>
            <a:off x="4937760" y="4507992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992624" y="450799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7" name="Shape 185"/>
          <p:cNvSpPr/>
          <p:nvPr/>
        </p:nvSpPr>
        <p:spPr>
          <a:xfrm>
            <a:off x="5669280" y="4507992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724144" y="450799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6172200" y="4507992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281928" y="4608576"/>
            <a:ext cx="133959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21524" y="4608576"/>
            <a:ext cx="267919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300716" y="4608576"/>
            <a:ext cx="133959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57200" y="4892040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12064" y="48920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2468880" y="4892040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523744" y="489204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2971800" y="4892040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3026664" y="4892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99" name="Shape 197"/>
          <p:cNvSpPr/>
          <p:nvPr/>
        </p:nvSpPr>
        <p:spPr>
          <a:xfrm>
            <a:off x="3429000" y="4892040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3483864" y="489204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4206240" y="4892040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4261104" y="48920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03" name="Shape 201"/>
          <p:cNvSpPr/>
          <p:nvPr/>
        </p:nvSpPr>
        <p:spPr>
          <a:xfrm>
            <a:off x="4937760" y="4892040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4992624" y="48920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5" name="Shape 203"/>
          <p:cNvSpPr/>
          <p:nvPr/>
        </p:nvSpPr>
        <p:spPr>
          <a:xfrm>
            <a:off x="5669280" y="4892040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724144" y="489204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7" name="Shape 205"/>
          <p:cNvSpPr/>
          <p:nvPr/>
        </p:nvSpPr>
        <p:spPr>
          <a:xfrm>
            <a:off x="6172200" y="4892040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81928" y="4992624"/>
            <a:ext cx="714451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996379" y="4992624"/>
            <a:ext cx="392948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925861" y="4992624"/>
            <a:ext cx="1071677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7200" y="5276088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12064" y="52760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2468880" y="527608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523744" y="527608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215" name="Shape 213"/>
          <p:cNvSpPr/>
          <p:nvPr/>
        </p:nvSpPr>
        <p:spPr>
          <a:xfrm>
            <a:off x="2971800" y="5276088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026664" y="52760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7" name="Shape 215"/>
          <p:cNvSpPr/>
          <p:nvPr/>
        </p:nvSpPr>
        <p:spPr>
          <a:xfrm>
            <a:off x="3429000" y="5276088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483864" y="527608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9" name="Shape 217"/>
          <p:cNvSpPr/>
          <p:nvPr/>
        </p:nvSpPr>
        <p:spPr>
          <a:xfrm>
            <a:off x="4206240" y="527608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261104" y="52760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221" name="Shape 219"/>
          <p:cNvSpPr/>
          <p:nvPr/>
        </p:nvSpPr>
        <p:spPr>
          <a:xfrm>
            <a:off x="4937760" y="527608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992624" y="52760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3" name="Shape 221"/>
          <p:cNvSpPr/>
          <p:nvPr/>
        </p:nvSpPr>
        <p:spPr>
          <a:xfrm>
            <a:off x="5669280" y="527608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5724144" y="527608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5" name="Shape 223"/>
          <p:cNvSpPr/>
          <p:nvPr/>
        </p:nvSpPr>
        <p:spPr>
          <a:xfrm>
            <a:off x="6172200" y="5276088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281928" y="5376672"/>
            <a:ext cx="56404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845968" y="5376672"/>
            <a:ext cx="3666263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512231" y="5376672"/>
            <a:ext cx="112808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57200" y="5888736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85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31" name="Shape 229"/>
          <p:cNvSpPr/>
          <p:nvPr/>
        </p:nvSpPr>
        <p:spPr>
          <a:xfrm>
            <a:off x="2743200" y="5888736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2971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50" dirty="0"/>
          </a:p>
        </p:txBody>
      </p:sp>
      <p:sp>
        <p:nvSpPr>
          <p:cNvPr id="233" name="Shape 231"/>
          <p:cNvSpPr/>
          <p:nvPr/>
        </p:nvSpPr>
        <p:spPr>
          <a:xfrm>
            <a:off x="5029200" y="5888736"/>
            <a:ext cx="16459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57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7315200" y="5888736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543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239" name="Text 237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(154 features) · 100+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 — 14 Non-Replicable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  Murabaha Margin Lending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Sharia-compliant digital margin — no comparable competitor product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  Purification &amp; Zakat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compliance calculators not offered by any competitor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D-03  Minor Account + Guardian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custodian controls unseen in Saudi retail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96112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  Mokafaa + ARG Bundles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5256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Ecosystem-exclusive loyalty architecture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  Storyteller (Narrative)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quarterly investment narrative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9184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D-06  Shariah Multi-List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+ ARC-specific Shariah lists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2648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  Peer Portfolio Compare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peer P&amp;L benchmarking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96112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525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  Portfolio Health Score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05256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quality score not in any benchmark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D-09  SBL Program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SBL with Sharia margin integration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9184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8328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  Gift Campaigns (UCM)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Date-specific UCM gift campaigns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D-11  Tadawulaty SSO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Edaa single sign-on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96112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5256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D-12  ZATCA E-Invoices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05256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e-invoices for wallet + purification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" y="399592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995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63040" y="39593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competitive moat is Sharia-first infrastructure + Al Rajhi ecosystem. These 14 differentiators are structurally non-replicable by standalone fintech competitors.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benchmarks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Readiness Matrix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188720"/>
            <a:ext cx="2286000" cy="2286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 features)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 features)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2286000" cy="2286000"/>
          </a:xfrm>
          <a:prstGeom prst="rect">
            <a:avLst/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556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828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feature)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474720"/>
            <a:ext cx="2286000" cy="22860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 features)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48463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691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6384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 confirmed. 24 are live, 20 more can enter sprint planning today.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0" y="274320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63840" y="2761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Backlog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— design team must create Figma screens. Saudi Trading (19) is the largest backlog.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37947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63840" y="3813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Backlog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4050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but no requirements. Squad leads must author BRDs. Portfolio Monitoring (10) is the largest.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4846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63840" y="4864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Discovered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5102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found in deep extraction not in the original inventory. Must be classified and assigned.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Figma Pages Discovered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164592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1051560"/>
            <a:ext cx="137160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1051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051560"/>
            <a:ext cx="676656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051560"/>
            <a:ext cx="6656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241280" y="1051560"/>
            <a:ext cx="146304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6144" y="105156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37160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1371600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3716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1371600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37160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account opening — simplified KYC variant with fewer steps. Could address the 87% onboarding drop-off identified in IA analysis.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241280" y="1371600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96144" y="137160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29968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02996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2029968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57984" y="20299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0" y="2029968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202996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Web-based guest experience with Market Landscape and Benchmark Analysis screens. More extensive than the BRD scope (ARCD-75522).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241280" y="2029968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6144" y="20299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688336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2688336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03120" y="2688336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7984" y="268833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Engagement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0" y="2688336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9584" y="2688336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Post-onboarding activation flow (225+ nodes). Designed to engage new users after their first login. Not in features inventory.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241280" y="2688336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96144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346704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3346704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3346704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334670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0" y="3346704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3346704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tutorial screens — onboarding education content. Not in features inventory.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241280" y="3346704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6144" y="3346704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005072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4005072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03120" y="4005072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57984" y="400507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0" y="4005072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9584" y="4005072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theming page — currently empty but prepared for Ramadan content. Indicates seasonal experience capability.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241280" y="4005072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6144" y="400507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663440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" y="466344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03120" y="4663440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57984" y="46634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StoryTeller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474720" y="4663440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29584" y="466344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for Feature #76 (Storyteller Quarterly Report). 47 nodes with 26 instances. Design work is more advanced than inventory status suggested.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241280" y="4663440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96144" y="466344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7200" y="5321808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" y="532180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103120" y="5321808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57984" y="53218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Search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74720" y="5321808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9584" y="532180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discovery experience with Search integration. Contains Murabha, POA, Shariah List, Donation, Smart Investment sub-sections.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241280" y="5321808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96144" y="532180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Pages not in original figma-screens.md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Map — Key UI Labels Across Modules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33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Structure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371600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7160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16736" y="13716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371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85416" y="13716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1371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46704" y="13716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371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15384" y="137160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371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230368" y="137160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37160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72200" y="137160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71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87184" y="1371600"/>
            <a:ext cx="97840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87184" y="13716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" y="162763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nav tabs — consistent across all modules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196596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002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224028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24028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Market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01952" y="2240280"/>
            <a:ext cx="97840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224028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990088" y="224028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51376" y="2240280"/>
            <a:ext cx="112471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51376" y="224028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85816" y="224028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5816" y="224028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Mashura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27648" y="224028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Fund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88936" y="224028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2402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Markets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4360" y="249631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and Other Markets are NEW — not in current features inventory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283464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Actions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4360" y="310896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10896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243584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43584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12264" y="310896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12264" y="310896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19856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288536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88536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157216" y="3108960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57216" y="310896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879592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9592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748272" y="310896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8272" y="310896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Cash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63256" y="310896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3256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Margin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924544" y="310896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4544" y="310896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power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360" y="336499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 labels — clear and action-oriented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7200" y="370332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" y="3977640"/>
            <a:ext cx="178308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Saudi Portfolios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487168" y="397764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87168" y="39776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794760" y="397764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94760" y="39776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977640"/>
            <a:ext cx="134416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56048" y="397764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 P/L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09944" y="3977640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9944" y="3977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205472" y="397764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397764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220456" y="397764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0456" y="397764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Finance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94360" y="423367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'Apply Finance' is the Murabaha CTA — terminology alignment needed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57200" y="457200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4360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Section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94360" y="484632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" y="484632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609344" y="4846320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09344" y="484632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Subscription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282696" y="484632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82696" y="484632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List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663440" y="484632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63440" y="484632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Murabha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605272" y="4846320"/>
            <a:ext cx="149047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05272" y="484632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Investment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205472" y="484632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05472" y="48463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List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513064" y="484632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13064" y="484632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162288" y="484632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62288" y="484632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0177272" y="484632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177272" y="48463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Tadawulaty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594360" y="510235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and Donation are undocumented features discovered in deep extraction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57200" y="544068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4360" y="5477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Auth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94360" y="5715000"/>
            <a:ext cx="149047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4360" y="571500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 Out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2194560" y="571500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94560" y="571500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MPIN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575304" y="571500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575304" y="571500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224528" y="57150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24528" y="57150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093208" y="5715000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93208" y="5715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620256" y="5715000"/>
            <a:ext cx="163677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20256" y="5715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Devices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594360" y="597103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settings — no terminology conflicts detected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262,038 text layers extracted · 2026-04-21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Portfolio Squads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97823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314" y="1874520"/>
            <a:ext cx="19564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74781" y="1874520"/>
            <a:ext cx="24455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9340" y="1874520"/>
            <a:ext cx="19564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Onboarding checklist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5888" y="1874520"/>
            <a:ext cx="83282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8708" y="1874520"/>
            <a:ext cx="13880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87512" y="1874520"/>
            <a:ext cx="263726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24777" y="1874520"/>
            <a:ext cx="1665641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Level 2 Order Book (25/25)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343400"/>
            <a:ext cx="1540718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80798" y="4343400"/>
            <a:ext cx="3081437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62235" y="4343400"/>
            <a:ext cx="513573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Pre/Post-Market Trading (25/25)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live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33008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415888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545775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1048695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1588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79993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74176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25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06764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45169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039352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77757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15888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15888" y="4343400"/>
            <a:ext cx="489117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05005" y="4343400"/>
            <a:ext cx="12227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27797" y="4343400"/>
            <a:ext cx="97823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06031" y="4343400"/>
            <a:ext cx="244558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415888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15888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Gain/Loss Tax Report (20/25)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415888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live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Funds, IPOs &amp; Corporate 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102714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7226" y="1874520"/>
            <a:ext cx="410858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Apple Pay Funding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5888" y="1874520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82772" y="1874520"/>
            <a:ext cx="140065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3425" y="1874520"/>
            <a:ext cx="280130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84731" y="1874520"/>
            <a:ext cx="46688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Private Funds Access (20/25)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" y="4343400"/>
            <a:ext cx="128393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4012" y="4343400"/>
            <a:ext cx="2567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91876" y="4343400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Goal-Based Portfolio (15/25)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live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33008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415888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545775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11048695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1588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79993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74176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125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06764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45169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39352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77757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15888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15888" y="4343400"/>
            <a:ext cx="146735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83238" y="4343400"/>
            <a:ext cx="73367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16914" y="4343400"/>
            <a:ext cx="220102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17940" y="4343400"/>
            <a:ext cx="7336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15888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15888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US Market IPO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415888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live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Cross-Journey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128393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4012" y="1874520"/>
            <a:ext cx="256786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1876" y="1874520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Rights Issue Digital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5888" y="1874520"/>
            <a:ext cx="68476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00651" y="1874520"/>
            <a:ext cx="3766200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6852" y="1874520"/>
            <a:ext cx="102714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Social Community Feed (20/25)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live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" y="4343400"/>
            <a:ext cx="540603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0683" y="4343400"/>
            <a:ext cx="351391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94602" y="4343400"/>
            <a:ext cx="108120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Price Alert System (16/25)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live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VELOCITY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Activity — Last Modified Dates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88720" y="169164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1887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 nodes · 6 pages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11887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14630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407K nodes · 2 pages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965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yesterday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88720" y="24688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9659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2316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2240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427K nodes · 2 pages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88720" y="324612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7432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2316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017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291K nodes · 3 pages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27432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3017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230K nodes · 2 pages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52044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188720" y="402336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35204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23160" y="3566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37947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240K nodes · 5 pages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weeks ago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188720" y="480060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0" y="42976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42316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2316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 nodes · 2 pages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5074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5093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5349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weeks ago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0" y="50749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423160" y="5120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423160" y="5349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 nodes · 2 pages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" y="5824728"/>
            <a:ext cx="73152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8247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54480" y="57881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 and Orders haven't been modified in 3+ weeks. OnBoarding and Market are actively being worked on today. Design resources appear concentrated on onboarding and market experience.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lastModified metadata �� 2026-04-21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— Deep Edition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188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124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 Discovered Features to Inventory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1430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143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1399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UAE Market, Fast Onboarding, Guest Mode (Web), First Engagement, Tutorials, Digital StoryTeller, Ramadan Theme, POA, Crowd Fund — all found in Figma but missing from the 154-feature inventory. Classify, assign to squads, and write BRDs.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19933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Reclassify Stock Screener Gap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01168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0116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#2 (score 25/25) has active Figma design in Market file. Update gap matrix status from 'No Figma' to 'In Design'. Write BRD if one doesn't exist. This is the highest-impact gap already being addressed.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28620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Squad Validation (14 Days Overdue)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288036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880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3136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7 deadline passed. Deep extraction reveals the inventory is incomplete (10 new features found). Validation must include these new discoveries. Set new deadline: May 1.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3794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7307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UAE Market Scope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0" y="374904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7490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4005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labels found across Market and Orders files. This is a 3rd market beyond Saudi and US — not in any BRD. Confirm if this is intentional scope or placeholder design. If real, it's a major product expansion.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" y="4663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8720" y="4599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Fast Onboarding Design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0" y="46177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4617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88720" y="48737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sub-frames in the Fast Onboarding page suggest significant design investment. With 87% onboarding drop-off (from IA analysis), this streamlined flow could be the highest-ROI feature to build next.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53949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" y="5532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8720" y="5468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Figma Token Monthly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44000" y="54864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5486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88720" y="5742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expired between sessions. Set a calendar reminder to regenerate the personal access token on the 1st of each month. Store in .zshrc for automated scripts.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Deep Figma extraction synthesis + Features Map + IA analysis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Who Leads 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07128" y="12070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gaps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5361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depth, AI assistant, stock comparison, community feed, paper trading, fractional shares, money 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78728" y="10972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1608" y="11887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 / Smart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728655" y="12070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28655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gaps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1608" y="15361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61608" y="17373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orders, Apple Pay, SIP, goal-based investing, pre-filled KYC, dividend reinvestment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7889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 Capital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07128" y="28072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7128" y="2807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1363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navigation, free live prices, personalized calendar, social proof nudges, always-on price 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78728" y="26974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61608" y="27889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 Capital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28655" y="28072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28655" y="2807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61608" y="31363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61608" y="33375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(10+), SIP, Nomu institutional IPO, IPO popup banners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3891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07128" y="44074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7128" y="4407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7365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49377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multi-type alerts, fundamental data, ETF exposure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78728" y="42976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61608" y="43891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/ Global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728655" y="44074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28655" y="4407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61608" y="47365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61608" y="49377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market, fractional shares, L2 depth, bonds, futures, advanced orders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Benchmark reports: Moomoo, Derayah, AlJazira, Sahm, Investing.com, IBKR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 — Close the Gap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Need BRDs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636776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36776"/>
            <a:ext cx="12192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198424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98424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295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331720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3317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267919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679192"/>
            <a:ext cx="15240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3026664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026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3374136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3741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372160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3721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685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0" y="4069080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4069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379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441655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4416552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0" y="4764024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4764024"/>
            <a:ext cx="6096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727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10972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Features Need Figma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9224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03920" y="163677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03920" y="16367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9848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9224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03920" y="198424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0" y="198424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98480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92240" y="2295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03920" y="233172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3920" y="2331720"/>
            <a:ext cx="63526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9848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503920" y="267919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03920" y="2679192"/>
            <a:ext cx="42351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98480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503920" y="302666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3920" y="3026664"/>
            <a:ext cx="42351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69848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49224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503920" y="337413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03920" y="3374136"/>
            <a:ext cx="63526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98480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49224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503920" y="372160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03920" y="3721608"/>
            <a:ext cx="317634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698480" y="3685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49224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503920" y="406908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03920" y="4069080"/>
            <a:ext cx="211756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9848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492240" y="4379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503920" y="441655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03920" y="4416552"/>
            <a:ext cx="116465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9848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49224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503920" y="476402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03920" y="4764024"/>
            <a:ext cx="1376413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98480" y="4727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" y="4572000"/>
            <a:ext cx="11277295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Inventory: 154 → 164 features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731520" y="4983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 revealed 10 features not in the original inventory. After adding these, the total rises from 154 to approximately 164 features. The documentation debt increases accordingly: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 → 52 features with Figma but no BRD (10 new discoveries need BRDs)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68 features with BRD but no Figma (unchanged)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Squad validation must now cover 164 features instead of 154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+ Deep Figma extraction · 2026-04-21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 — Deep Edition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 design nodes analyzed across 8 Figma files — the most comprehensive ARC design audit to 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modules have Mobile + Web + Tablet designs — full platform parity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new features discovered: Stock Screener in design, UAE Market, Fast Onboarding, Guest Mode (Web), and more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 (Gap #2, score 25/25) is actively being designed — highest-impact gap is closing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features total (up from 154) — documentation debt now larger than previously estimated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 could address 87% drop-off — most promising new discovery for immediate ROI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activity concentrated on OnBoarding and Market (modified today) — Tradepad and Orders stale 3+ weeks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2026-04-22T10:01:31Z</dcterms:created>
  <dcterms:modified xsi:type="dcterms:W3CDTF">2026-04-22T10:01:31Z</dcterms:modified>
</cp:coreProperties>
</file>